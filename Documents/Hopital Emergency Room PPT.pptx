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D61C1AB-F427-C661-993B-2C9888CF4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0FCB933-5194-03C3-D828-0447F303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47C9BED2-EE71-CB4C-3914-6F40053A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36177D3-1B5F-5273-9647-F606AE468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218A077B-BD7E-8695-BE35-CC6D7C650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BD3EB5B-E3F6-663E-837B-67E8ECD86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09F0420-A352-B3DF-5FEA-6994CA0F8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84C4D02-117A-D16A-1EB4-20E1A1D2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A725CB47-6917-5342-8D5C-E43BD23D1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99A61D9-CC1B-E22A-533F-9FE34F3A0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3E3FA96B-A10C-B293-D774-1E1A39A20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3558950-4420-A74C-5766-67081A9D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B4858-09E1-9F59-D374-3F31932517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FC3C47-DBE8-CEC2-D3D0-3FCDE6728DB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1B95226E-5C81-0A7E-D446-523941AD2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A1114A72-0E9C-5D9F-FDF4-937D1C7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725838"/>
            <a:ext cx="11371595" cy="195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4: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Summarize the findings from all dashboards to provide clear and actionable insights for stakeholders.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Descriptive analysis of each metric and visualization, including patterns, anomalies, and actionable recommendations to optimize emergency room operations and patient care.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9890613-932A-6F7C-A36A-696DDC7C8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543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Rounded MT Bold</vt:lpstr>
      <vt:lpstr>Calibri</vt:lpstr>
      <vt:lpstr>Calibri Light</vt:lpstr>
      <vt:lpstr>Segoe UI Black</vt:lpstr>
      <vt:lpstr>Segoe UI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CHINMAYA KUMAR</cp:lastModifiedBy>
  <cp:revision>7</cp:revision>
  <dcterms:created xsi:type="dcterms:W3CDTF">2024-11-24T05:55:51Z</dcterms:created>
  <dcterms:modified xsi:type="dcterms:W3CDTF">2025-12-06T14:48:27Z</dcterms:modified>
</cp:coreProperties>
</file>